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Dispensa sintetica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Dispensa universitaria sintetica</a:t>
            </a:r>
          </a:p>
          <a:p>
            <a:r>
              <a:t>Materia: Antropologia culturale</a:t>
            </a:r>
          </a:p>
          <a:p>
            <a:r>
              <a:t>Argomento: Habitus e campo in Bourdieu</a:t>
            </a:r>
          </a:p>
          <a:p>
            <a:r>
              <a:t>Capitolo 1</a:t>
            </a:r>
          </a:p>
          <a:p>
            <a:r>
              <a:t>Definizione: L'habitus è un sistema di disposizioni durature e trasmissibili.</a:t>
            </a:r>
          </a:p>
          <a:p>
            <a:r>
              <a:t>Concetto: capitale culturale</a:t>
            </a:r>
          </a:p>
          <a:p>
            <a:r>
              <a:t>Concetto: campo sociale</a:t>
            </a:r>
          </a:p>
          <a:p>
            <a:r>
              <a:t>Concetto: violenza simbolica</a:t>
            </a:r>
          </a:p>
          <a:p>
            <a:r>
              <a:t>Lezione: le pratiche quotidiane riproducono strutture sociali.</a:t>
            </a:r>
          </a:p>
          <a:p>
            <a:r>
              <a:t>Bibliografia: Bourdieu, Outline of a Theory of Practice.</a:t>
            </a:r>
          </a:p>
          <a:p>
            <a:r>
              <a:t>Domanda di ripasso: Cos'è l'habitus?</a:t>
            </a:r>
          </a:p>
          <a:p>
            <a:r>
              <a:t>Domanda di ripasso: Come si collega al campo?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